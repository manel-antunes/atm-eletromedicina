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3840480"/>
            <a:ext cx="5669280" cy="13030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 Total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148840"/>
            <a:ext cx="29260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 de Eletromedicina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6400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Gestor de Equipamentos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Teste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49040" y="2514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digital de gestão de calibrações, inventário,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cedências e manutenção de equipamentos biomédicos.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3520440"/>
            <a:ext cx="1188720" cy="29260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3520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74920" y="3520440"/>
            <a:ext cx="1188720" cy="29260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3520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3520440"/>
            <a:ext cx="1188720" cy="29260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520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26680" y="3520440"/>
            <a:ext cx="1188720" cy="29260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3520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· Estágio Curricular · ISEP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Contexto e Problema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 de Eletromedicina · ATM Manutenção Total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gerir eficazmente as calibrações de 50+ equipamentos de teste distribuídos por múltiplos locais?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423160"/>
            <a:ext cx="2651760" cy="73152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542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Controlo manual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30175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por folhas de cálculo Excel sem automatização nem alertas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4231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423160"/>
            <a:ext cx="2651760" cy="73152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2542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 rastreabilidade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30175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em saber onde está cada equipamento e o seu estado de calibração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4231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423160"/>
            <a:ext cx="2651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2542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Risco de incumprimento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30175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Calibrações vencidas passam despercebidas sem sistema de notificação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Solução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web completa, moderna e acessível a partir de qualquer dispositivo.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743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828800"/>
            <a:ext cx="64008" cy="132588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 em tempo real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alertas automáticos e gráfico de previsão de calibrações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743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828800"/>
            <a:ext cx="64008" cy="132588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Alertas inteligentes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por email automáticas com agendamento configurável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828800"/>
            <a:ext cx="2743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828800"/>
            <a:ext cx="64008" cy="132588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Mapa interativo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Localização geográfica de todos os equipamentos em Portugal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291840"/>
            <a:ext cx="2743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91840"/>
            <a:ext cx="64008" cy="132588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Análise 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risco calculado por equipamento com insights automáticos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291840"/>
            <a:ext cx="2743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291840"/>
            <a:ext cx="64008" cy="132588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Gestão documental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e gestão de certificados, manuais e relatórios PDF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3291840"/>
            <a:ext cx="2743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3291840"/>
            <a:ext cx="64008" cy="132588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App móvel (PWA)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Instalável no telemóvel, funciona em qualquer dispositivo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Arquitetura Técnica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743200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do utilizador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54864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54864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33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255264"/>
            <a:ext cx="54864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552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+ Leaflet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54864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77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/ Service Worker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143000"/>
            <a:ext cx="2743200" cy="6858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1527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de aplicação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2011680"/>
            <a:ext cx="54864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2633472"/>
            <a:ext cx="54864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633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Nodemailer (Gmail)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3255264"/>
            <a:ext cx="54864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2552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node-cron (agendamento)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3877056"/>
            <a:ext cx="54864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877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143000"/>
            <a:ext cx="27432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DE DADOS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1527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 de dados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2011680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(Railway)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2633472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633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Tabelas: equipamentos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32552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2552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calibrações, cedências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3877056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877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documentos, emails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108960" y="30175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989320" y="30175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Deploy: Frontend → Vercel   |   Backend + DB → Railway   |   Domínio: atm-eletromedicina.vercel.app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— Centro de Controlo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0116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20116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810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20116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143000"/>
            <a:ext cx="201168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261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1810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DIA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calibrações OK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20116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143000"/>
            <a:ext cx="2011680" cy="457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261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17720" y="1810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BREVE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próx. 60 dias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20116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143000"/>
            <a:ext cx="201168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261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766560" y="1810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imediata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2514600"/>
            <a:ext cx="85039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514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Gráfico de área — previsão de calibrações para os próximos 12 meses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008376"/>
            <a:ext cx="850392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0837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Alertas ativos — listagem ordenada por urgência com destaque visual por cor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502152"/>
            <a:ext cx="85039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021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Pesquisa global Ctrl+K — localizar qualquer equipamento instantaneamente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995928"/>
            <a:ext cx="850392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9592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Análise IA — score de risco calculado automaticamente para cada equipamento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489704"/>
            <a:ext cx="85039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8970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Modo apresentação — dashboard fullscreen para reuniões de equipa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Gestão de Calibrações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0" cy="274320"/>
          </a:xfrm>
          <a:prstGeom prst="line">
            <a:avLst/>
          </a:prstGeom>
          <a:noFill/>
          <a:ln w="19050">
            <a:solidFill>
              <a:srgbClr val="C000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188720"/>
            <a:ext cx="7818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234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automático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508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deteta calibração próxima e alerta via dashboard e email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02536"/>
            <a:ext cx="502920" cy="502920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" y="2505456"/>
            <a:ext cx="0" cy="274320"/>
          </a:xfrm>
          <a:prstGeom prst="line">
            <a:avLst/>
          </a:prstGeom>
          <a:noFill/>
          <a:ln w="19050">
            <a:solidFill>
              <a:srgbClr val="C000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956816"/>
            <a:ext cx="7818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43000" y="2002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Registar calibração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27685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 preenche data, entidade calibradora e técnico responsável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70632"/>
            <a:ext cx="502920" cy="502920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3273552"/>
            <a:ext cx="0" cy="274320"/>
          </a:xfrm>
          <a:prstGeom prst="line">
            <a:avLst/>
          </a:prstGeom>
          <a:noFill/>
          <a:ln w="19050">
            <a:solidFill>
              <a:srgbClr val="C000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724912"/>
            <a:ext cx="7818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43000" y="2770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Anexar relatório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0449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obrigatório do PDF de calibração — sistema bloqueia sem ele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538728"/>
            <a:ext cx="502920" cy="502920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4041648"/>
            <a:ext cx="0" cy="274320"/>
          </a:xfrm>
          <a:prstGeom prst="line">
            <a:avLst/>
          </a:prstGeom>
          <a:noFill/>
          <a:ln w="19050">
            <a:solidFill>
              <a:srgbClr val="C000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3493008"/>
            <a:ext cx="7818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43000" y="3538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digital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81304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confirma digitalmente e assina o registo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306824"/>
            <a:ext cx="502920" cy="502920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05840" y="4261104"/>
            <a:ext cx="7818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43000" y="4306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automática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45811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calcula nova data e atualiza o dashboard em tempo real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Notificações por Email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50292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 Email HTML profissional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formatado com resumo de vencidas, urgentes e em breve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911096"/>
            <a:ext cx="50292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Múltiplos destinatários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emails diretamente na interface, sem editar código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679192"/>
            <a:ext cx="50292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066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 Agendamento automático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809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dia da semana e hora — o servidor envia sem intervenção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447288"/>
            <a:ext cx="50292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Filtros configuráveis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quais estados incluir em cada envio de alertas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215384"/>
            <a:ext cx="50292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42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Histórico de envios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171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Registo completo de todos os emails enviados com estado e contagem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1143000"/>
            <a:ext cx="32461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1143000"/>
            <a:ext cx="3246120" cy="50292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143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relatório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1828800"/>
            <a:ext cx="2880360" cy="64008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675120" y="1828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Vencidas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2651760"/>
            <a:ext cx="2880360" cy="64008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675120" y="2651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60720" y="3474720"/>
            <a:ext cx="2880360" cy="64008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3474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675120" y="3474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breve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0" y="4343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Enviado automaticamente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Segunda-feira, 08:00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Inventário e Mapa de Equipamentos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41148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INVENTÁRIO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01168" cy="20116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002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em tempo real por qualquer campo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167128"/>
            <a:ext cx="42062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58568"/>
            <a:ext cx="201168" cy="20116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67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por localização e estado de calibração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73405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25496"/>
            <a:ext cx="201168" cy="20116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7340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qualquer linha para ver detalhes completos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300984"/>
            <a:ext cx="42062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92424"/>
            <a:ext cx="201168" cy="20116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3009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 para Excel com um clique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86791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59352"/>
            <a:ext cx="201168" cy="20116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867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Ordenação por qualquer coluna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0690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972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MAPA INTERATIVO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600200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1709928"/>
            <a:ext cx="201168" cy="20116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16002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CUF Porto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99248" y="16002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equipamentos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167128"/>
            <a:ext cx="40690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64608" y="2276856"/>
            <a:ext cx="201168" cy="20116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1671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CUF Trindade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99248" y="21671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equipamentos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734056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2843784"/>
            <a:ext cx="201168" cy="20116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273405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CUF Porto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99248" y="273405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equipamentos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300984"/>
            <a:ext cx="40690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64608" y="3410712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ISQ — Instituto Qualidade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699248" y="330098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equipamentos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867912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64608" y="3977640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38679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de Braga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699248" y="38679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equipamentos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4526280"/>
            <a:ext cx="40690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5262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com OpenStreetMap + Leaflet · Marcadores dinâmicos por estado de calibração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Análise Inteligente de Risco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20040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 de Risco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 automaticamente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equipamento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834640" cy="50292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54864" cy="502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194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70-100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6040" y="21945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834640" cy="50292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502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834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45-69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2834640" cy="50292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54864" cy="5029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74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474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20-44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06040" y="34747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2834640" cy="50292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14800"/>
            <a:ext cx="54864" cy="5029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114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91640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0-19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06040" y="4114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49040" y="1143000"/>
            <a:ext cx="5074920" cy="4114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11430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Fatores considerados no 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1645920"/>
            <a:ext cx="50749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16459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até à próxima calibração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60920" y="16459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 pts se vencida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49040" y="2212848"/>
            <a:ext cx="5074920" cy="475488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22128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 cedido com calib. próxima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60920" y="22128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 pts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49040" y="2779776"/>
            <a:ext cx="50749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277977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responsável definido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60920" y="27797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pts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49040" y="3346704"/>
            <a:ext cx="5074920" cy="475488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33467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Periodicidade bienal (mais complexa)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360920" y="33467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pts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749040" y="3913632"/>
            <a:ext cx="50749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39136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número de série registado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360920" y="39136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pts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49040" y="4526280"/>
            <a:ext cx="50749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94760" y="45262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automáticos · Radar de saúde · Previsão de carga 12 meses · Ranking de risco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Funcionalidades Adicionais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20624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Gestão Documental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de PDFs, manuais e certificados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47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de documentos a equipamentos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9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por tipo: certificado, manual, relatório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51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direto de qualquer documento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1430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143000"/>
            <a:ext cx="420624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43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Contactos de Marcas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709928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de contacto por marca/fabricante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011680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947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Website, email, telefone e representante PT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313432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249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Edição inline sem sair da página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615184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551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de preenchimento por marca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0632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63240"/>
            <a:ext cx="420624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Gestão de Cedências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30168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Registo de saída e retorno de equipamentos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867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quando retorno previsto é ultrapassado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233672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169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completo de movimentações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535424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4714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automática da localização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0632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063240"/>
            <a:ext cx="420624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Relatórios e Exportação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3630168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 Excel com múltiplas folhas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3931920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3867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de PDF profissional com logo ATM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4233672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4169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alertas por email automático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4535424"/>
            <a:ext cx="109728" cy="109728"/>
          </a:xfrm>
          <a:prstGeom prst="ellipse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44714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por estado antes de exportar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Tecnológico e Deploy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060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260604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848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32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797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27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74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React-Leaflet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221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jsPDF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69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54680" y="1143000"/>
            <a:ext cx="26060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1143000"/>
            <a:ext cx="260604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1143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1737360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2084832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0848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2432304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432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2779776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7797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91840" y="3127248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127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Nodemailer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91840" y="3474720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3474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node-cron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3822192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38221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driver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91840" y="4169664"/>
            <a:ext cx="233172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4169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89320" y="1143000"/>
            <a:ext cx="28346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89320" y="1143000"/>
            <a:ext cx="2834640" cy="45720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26480" y="1737360"/>
            <a:ext cx="25603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1764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1792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React · atm-eletromedicina.vercel.app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26480" y="2450592"/>
            <a:ext cx="25603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24780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17920" y="2724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Node.js · railway.app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26480" y="3163824"/>
            <a:ext cx="25603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31912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DB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17920" y="34381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Base de dados cloud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26480" y="3877056"/>
            <a:ext cx="25603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3904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17920" y="41513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versão · github.com/1220769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47091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PWA — Instalável como app nativa no telemóvel  |  ✅  CI/CD automático via GitHub  |  ✅  100% cloud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e Impacto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011680" cy="54864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geridos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143000"/>
            <a:ext cx="201168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234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369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468880" y="1920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143000"/>
            <a:ext cx="201168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234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8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1430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14300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234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766560" y="1920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850392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432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benefícios para a Unidade de Eletromedicina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Eliminação de gestão manual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Substituição completa de folhas Excel por sistema digital automatizado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2004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Zero calibrações esquecidas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automáticos por email e no dashboard com 30/60 dias de antecedência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02336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Rastreabilidade total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completo de calibrações, cedências e documentos por equipamento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402336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Acesso multi-dispositivo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técnico acede via browser ou app móvel de qualquer localização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 Total · Eletromedicina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5029200" cy="27432"/>
          </a:xfrm>
          <a:prstGeom prst="rect">
            <a:avLst/>
          </a:prstGeom>
          <a:solidFill>
            <a:srgbClr val="C0001A"/>
          </a:solidFill>
          <a:ln w="12700">
            <a:solidFill>
              <a:srgbClr val="C00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desenvolvido durante o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estágio curricular na ATM Manutenção Total,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 de Eletromedicina.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atm-eletromedicina.vercel.app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Antunes · 1220769@isep.ipp.pt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457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051560"/>
            <a:ext cx="283464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0515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673352"/>
            <a:ext cx="283464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6733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295144"/>
            <a:ext cx="283464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2951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916936"/>
            <a:ext cx="283464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9169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Railway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3538728"/>
            <a:ext cx="283464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5387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4160520"/>
            <a:ext cx="283464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41605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CI/CD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pela atenção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 Eletromedicina - Gestor de Equipamentos de Teste</dc:title>
  <dc:subject>PptxGenJS Presentation</dc:subject>
  <dc:creator>PptxGenJS</dc:creator>
  <cp:lastModifiedBy>PptxGenJS</cp:lastModifiedBy>
  <cp:revision>1</cp:revision>
  <dcterms:created xsi:type="dcterms:W3CDTF">2026-04-16T13:40:52Z</dcterms:created>
  <dcterms:modified xsi:type="dcterms:W3CDTF">2026-04-16T13:40:52Z</dcterms:modified>
</cp:coreProperties>
</file>